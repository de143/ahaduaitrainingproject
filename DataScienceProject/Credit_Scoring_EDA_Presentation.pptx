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8229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980B9"/>
                </a:solidFill>
              </a:defRPr>
            </a:pPr>
            <a:r>
              <a:t>Credit Scoring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7E22"/>
                </a:solidFill>
              </a:defRPr>
            </a:pPr>
            <a:r>
              <a:t>Exploratory Data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0" y="447040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4320" y="548640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97" y="101600"/>
            <a:ext cx="2143125" cy="20929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1. Executive Summary &amp; Key Findings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2. Data Overview &amp; Quality Assessment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3. Univariate Analysis - Feature Distributions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4. Bivariate Analysis - Feature vs Target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5. Multivariate Analysis - Feature Interactions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6. Conclusions &amp; Recommendations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Key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Dataset contains 150,000 borrower records with 12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79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Missing values successfully imputed using mean method (19.82% in MonthlyIncome)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2900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Delinquency history is the strongest predictor of default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High credit utilization (&gt;80%) significantly increases default probability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Age shows U-shaped relationship with default risk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Total Records: 150,000 borrowers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Total Features: 12 (11 numerical, 1 target)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Target Variable: SeriousDlqin2yrs (Binary: Default/No Default)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Time Period: 2-year observation window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Data Quality: Missing values in 2 features (handled via imputation)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Feature Categories: Demographics, Financial Metrics, Credit History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Data Quality Assessment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🔍 Missing Values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225856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💡 Missing Values - 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MonthlyIncome: 29,731 missing (19.82%)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Critical financial indicator requiring imputation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Mean imputation applied to preserve distribution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NumberOfDependents: 3,924 missing (2.62%)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Lower impact on overall data quality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Mean imputation maintains demographic patterns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✅ All missing values successfully handled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✅ Zero missing values in cleaned dataset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📈 Outlier Detection (IQR Method)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outli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316452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Univariate Analysis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👥 Age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Peak age range: 45-50 years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Approximately normal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Slight right skew observed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Mature borrower base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Range: 18-109 years</a:t>
            </a:r>
          </a:p>
        </p:txBody>
      </p:sp>
      <p:pic>
        <p:nvPicPr>
          <p:cNvPr id="7" name="Picture 6" descr="03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5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💳 Credit Utilization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Highly right-skewed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Most borrowers: &lt;50% utilization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Significant portion: &gt;100% utilization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Indicates over-leveraging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Key predictor of default</a:t>
            </a:r>
          </a:p>
        </p:txBody>
      </p:sp>
      <p:pic>
        <p:nvPicPr>
          <p:cNvPr id="7" name="Picture 6" descr="03_credit_utiliza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5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Debt Ratio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Long-tail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Most borrowers: manageable ratios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Extreme outliers present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 ratios = financial stress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Critical risk indicator</a:t>
            </a:r>
          </a:p>
        </p:txBody>
      </p:sp>
      <p:pic>
        <p:nvPicPr>
          <p:cNvPr id="7" name="Picture 6" descr="03_debt_rati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71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💵 Monthly Income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Right-skewed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Median: $3,000-$10,000/month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High-income outliers present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Diverse borrower base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Income spans multiple brackets</a:t>
            </a:r>
          </a:p>
        </p:txBody>
      </p:sp>
      <p:pic>
        <p:nvPicPr>
          <p:cNvPr id="7" name="Picture 6" descr="03_monthly_in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5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⚠️ Delinquency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delin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24235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Bivariate Analysis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👥 Age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U-shaped relationship observed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Younger borrowers (&lt;30): Higher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Middle-aged (40-60): Lowest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Older borrowers (&gt;70): Elevated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Financial stability peaks mid-career</a:t>
            </a:r>
          </a:p>
        </p:txBody>
      </p:sp>
      <p:pic>
        <p:nvPicPr>
          <p:cNvPr id="7" name="Picture 6" descr="04_age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💳 Credit Utilization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Strong positive correlation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Utilization &gt;80%: High default rates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Clear threshold effect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Over-leveraging = distress signal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Top predictor of default</a:t>
            </a:r>
          </a:p>
        </p:txBody>
      </p:sp>
      <p:pic>
        <p:nvPicPr>
          <p:cNvPr id="7" name="Picture 6" descr="04_credit_utilization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Debt Ratio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Clear positive relationship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Ratio &gt;0.5: Markedly higher default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Debt burden = critical risk factor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Linear relationship observed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Strong predictive power</a:t>
            </a:r>
          </a:p>
        </p:txBody>
      </p:sp>
      <p:pic>
        <p:nvPicPr>
          <p:cNvPr id="7" name="Picture 6" descr="04_debt_ratio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💵 Monthly Income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Inverse relationship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Lower income: Higher default rates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Higher income: Better repayment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Income = protective factor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Socioeconomic indicator</a:t>
            </a:r>
          </a:p>
        </p:txBody>
      </p:sp>
      <p:pic>
        <p:nvPicPr>
          <p:cNvPr id="7" name="Picture 6" descr="04_monthly_income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Feature-Target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feature_targ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09821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Multivariate Analysis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🔗 Feature Correlation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8246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💡 Correlation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Strong correlations among delinquency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30-59, 60-89, and 90+ days late highly correlated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Suggests multicollinearity - consider feature selection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Moderate correlation: Age &amp; Real Estate Loans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Older borrowers tend to have more mortgages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Weak correlation: Monthly Income &amp; other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Income is relatively independent predictor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Target variable: Strongest with delinquency features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🎨 Pairwise Feature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pairplot_key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70129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Conclusions &amp; Recommendations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Key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Delinquency history = strongest default predictor (correlation &gt;0.3)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79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Credit utilization &gt;80% and debt ratio &gt;50% = major risk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2900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Age shows non-linear relationship requiring binning or polynomial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Lower income levels associated with increased default probability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Feature multicollinearity present - dimensionality reduction recommended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🎯 Model Development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Feature Engineering: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Create interaction terms (debt ratio × income)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Apply log transformation to skewed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Bin age into risk categories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Feature Selection: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Address multicollinearity in delinquency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Use L1 regularization or PCA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Model Training: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Handle class imbalance (SMOTE, class weights)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Cross-validation for robust evaluation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🚀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712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1. Feature Engineering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Create derived features based on EDA insights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2. Feature Selection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Apply statistical tests and model-based selection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3. Model Development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Train multiple algorithms (Logistic Regression, Random Forest, </a:t>
            </a:r>
            <a:r>
              <a:rPr dirty="0" err="1"/>
              <a:t>XGBoost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4. Model Evaluation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ROC-AUC, Precision-Recall, Confusion Matrix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5. Model Deployment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Production pipeline with monitoring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7E22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747</Words>
  <Application>Microsoft Office PowerPoint</Application>
  <PresentationFormat>On-screen Show (4:3)</PresentationFormat>
  <Paragraphs>157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Densa</cp:lastModifiedBy>
  <cp:revision>4</cp:revision>
  <dcterms:created xsi:type="dcterms:W3CDTF">2013-01-27T09:14:16Z</dcterms:created>
  <dcterms:modified xsi:type="dcterms:W3CDTF">2026-04-25T05:12:12Z</dcterms:modified>
  <cp:category/>
</cp:coreProperties>
</file>